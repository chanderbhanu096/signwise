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817ac346f3474e" /><Relationship Type="http://schemas.openxmlformats.org/officeDocument/2006/relationships/extended-properties" Target="/docProps/app.xml" Id="R6aa9c740f34c4276" /><Relationship Type="http://schemas.openxmlformats.org/officeDocument/2006/relationships/officeDocument" Target="/ppt/presentation.xml" Id="Raf1fc85acb3c46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500a0c20154573"/>
  </p:sldMasterIdLst>
  <p:notesMasterIdLst>
    <p:notesMasterId xmlns:r="http://schemas.openxmlformats.org/officeDocument/2006/relationships" r:id="Rebfe11612a304a35"/>
  </p:notesMasterIdLst>
  <p:sldIdLst>
    <p:sldId xmlns:r="http://schemas.openxmlformats.org/officeDocument/2006/relationships" id="256" r:id="R97683cee0ed44d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849b428c9c4dbf" /><Relationship Type="http://schemas.openxmlformats.org/officeDocument/2006/relationships/slideMaster" Target="/ppt/slideMasters/slideMaster1.xml" Id="R92500a0c20154573" /><Relationship Type="http://schemas.openxmlformats.org/officeDocument/2006/relationships/notesMaster" Target="/ppt/notesMasters/notesMaster1.xml" Id="Rebfe11612a304a35" /><Relationship Type="http://schemas.openxmlformats.org/officeDocument/2006/relationships/presProps" Target="/ppt/presProps.xml" Id="Rdd819d46b4de46b6" /><Relationship Type="http://schemas.openxmlformats.org/officeDocument/2006/relationships/tableStyles" Target="/ppt/tableStyles.xml" Id="Ra17b19f722c449ff" /><Relationship Type="http://schemas.openxmlformats.org/officeDocument/2006/relationships/slide" Target="/ppt/slides/slide1.xml" Id="R97683cee0ed44d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ad276556c446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38433bf9f54d7d" /><Relationship Type="http://schemas.openxmlformats.org/officeDocument/2006/relationships/notesMaster" Target="/ppt/notesMasters/notesMaster1.xml" Id="R6852b746219d4c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78bfe41f048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d4535ab810428e" /><Relationship Type="http://schemas.openxmlformats.org/officeDocument/2006/relationships/slideLayout" Target="/ppt/slideLayouts/slideLayout1.xml" Id="Rcf16372b60754a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16372b60754a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a83bca80214115" /><Relationship Type="http://schemas.openxmlformats.org/officeDocument/2006/relationships/image" Target="/ppt/media/image.png" Id="Rc2ef35a9f0584248" /><Relationship Type="http://schemas.openxmlformats.org/officeDocument/2006/relationships/notesSlide" Target="/ppt/notesSlides/notesSlide1.xml" Id="R8c6582d93eb141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journey-title">
            <a:extLst xmlns:a="http://schemas.openxmlformats.org/drawingml/2006/main">
              <a:ext uri="{FF2B5EF4-FFF2-40B4-BE49-F238E27FC236}">
                <a16:creationId xmlns:a16="http://schemas.microsoft.com/office/drawing/2014/main" id="{05659D05-F98F-4280-9A76-67242753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262B"/>
                </a:solidFill>
              </a:defRPr>
            </a:pPr>
            <a:r>
              <a:rPr sz="3300" b="1">
                <a:solidFill>
                  <a:srgbClr val="12262B"/>
                </a:solidFill>
              </a:rPr>
              <a:t>SignWise turns contract overload into clarity</a:t>
            </a:r>
          </a:p>
        </p:txBody>
      </p:sp>
      <p:sp>
        <p:nvSpPr>
          <p:cNvPr id="2" name="journey-subtitle">
            <a:extLst xmlns:a="http://schemas.openxmlformats.org/drawingml/2006/main">
              <a:ext uri="{FF2B5EF4-FFF2-40B4-BE49-F238E27FC236}">
                <a16:creationId xmlns:a16="http://schemas.microsoft.com/office/drawing/2014/main" id="{776C8CFF-4CEF-48DD-8EE4-93E0133A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47636A"/>
                </a:solidFill>
              </a:defRPr>
            </a:pPr>
            <a:r>
              <a:rPr sz="1500">
                <a:solidFill>
                  <a:srgbClr val="47636A"/>
                </a:solidFill>
              </a:rPr>
              <a:t>One newcomer. Six moments. A clearer way to understand before signing.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f35a9f0584248"/>
          <a:stretch xmlns:a="http://schemas.openxmlformats.org/drawingml/2006/main"/>
        </p:blipFill>
        <p:spPr>
          <a:xfrm xmlns:a="http://schemas.openxmlformats.org/drawingml/2006/main">
            <a:off x="1128707" y="1200150"/>
            <a:ext cx="9934585" cy="55911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119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2026-08-22T12:47:49.4880000Z</dcterms:created>
  <dcterms:modified xsi:type="dcterms:W3CDTF">2026-08-22T12:47:49.4880000Z</dcterms:modified>
</coreProperties>
</file>